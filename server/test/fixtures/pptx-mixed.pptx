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title"/>
          </p:nvPr>
        </p:nvSpPr>
        <p:txBody>
          <a:p>
            <a:r>
              <a:t>Sales by region</a:t>
            </a:r>
          </a:p>
        </p:txBody>
      </p:sp>
      <p:sp>
        <p:nvSpPr>
          <p:cNvPr id="2" name="Shape name that is not content"/>
          <p:nvPr/>
        </p:nvSpPr>
        <p:txBody>
          <a:p>
            <a:r>
              <a:t>The table below breaks the quarter down.</a:t>
            </a:r>
          </a:p>
          <a:p>
            <a:r>
              <a:t>Figures are provisional.</a:t>
            </a:r>
          </a:p>
        </p:txBody>
      </p:sp>
      <p:graphicFrame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p>
                      <a:r>
                        <a:t>Units</a:t>
                      </a:r>
                    </a:p>
                  </a:txBody>
                </a:tc>
                <a:tc>
                  <a:txBody>
                    <a:p>
                      <a:r>
                        <a:t>Revenue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North</a:t>
                      </a:r>
                    </a:p>
                  </a:txBody>
                </a:tc>
                <a:tc>
                  <a:txBody>
                    <a:p>
                      <a:r>
                        <a:t>1200</a:t>
                      </a:r>
                    </a:p>
                  </a:txBody>
                </a:tc>
                <a:tc>
                  <a:txBody>
                    <a:p>
                      <a:r>
                        <a:t>48000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South</a:t>
                      </a:r>
                    </a:p>
                  </a:txBody>
                </a:tc>
                <a:tc>
                  <a:txBody>
                    <a:p>
                      <a:r>
                        <a:t>900</a:t>
                      </a:r>
                    </a:p>
                  </a:txBody>
                </a:tc>
                <a:tc>
                  <a:txBody>
                    <a:p>
                      <a:r>
                        <a:t>36500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>
            <p:ph type="ctrTitle"/>
          </p:nvPr>
        </p:nvSpPr>
        <p:txBody>
          <a:p>
            <a:r>
              <a:t>Outlook</a:t>
            </a:r>
          </a:p>
        </p:txBody>
      </p:sp>
      <p:sp>
        <p:nvSpPr>
          <p:cNvPr id="2" name="Shape name that is not content"/>
          <p:nvPr/>
        </p:nvSpPr>
        <p:txBody>
          <a:p>
            <a:r>
              <a:t>The second half depends on the supply chain.</a:t>
            </a:r>
          </a:p>
        </p:txBody>
      </p:sp>
    </p:spTree>
  </p:cSld>
</p:sld>
</file>