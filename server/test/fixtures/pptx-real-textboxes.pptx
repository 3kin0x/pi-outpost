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wmf" ContentType="image/x-wmf"/>
  <Default Extension="png" ContentType="image/png"/>
  <Default Extension="rels" ContentType="application/vnd.openxmlformats-package.relationships+xml"/>
  <Default Extension="bin" ContentType="application/vnd.openxmlformats-officedocument.oleObject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theme/theme3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viewProps.xml" ContentType="application/vnd.openxmlformats-officedocument.presentationml.viewProp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  <p:sldMasterId id="2147483650" r:id="rId2"/>
    <p:sldMasterId id="2147483652" r:id="rId3"/>
  </p:sldMasterIdLst>
  <p:sldIdLst>
    <p:sldId id="256" r:id="rId7"/>
    <p:sldId id="257" r:id="rId8"/>
    <p:sldId id="258" r:id="rId9"/>
  </p:sldIdLst>
  <p:sldSz cx="9144000" cy="6858000" type="custom"/>
  <p:notesSz cx="6858000" cy="9144000"/>
  <p:defaultTextStyle>
    <a:defPPr/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1236" y="-90"/>
      </p:cViewPr>
      <p:guideLst>
        <p:guide pos="2160" orient="horz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theme" Target="theme/theme1.xml"/><Relationship Id="rId5" Type="http://schemas.openxmlformats.org/officeDocument/2006/relationships/theme" Target="theme/theme2.xml"/><Relationship Id="rId6" Type="http://schemas.openxmlformats.org/officeDocument/2006/relationships/theme" Target="theme/them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presProps" Target="presProps.xml" /><Relationship Id="rId11" Type="http://schemas.openxmlformats.org/officeDocument/2006/relationships/tableStyles" Target="tableStyles.xml" /><Relationship Id="rId12" Type="http://schemas.openxmlformats.org/officeDocument/2006/relationships/viewProps" Target="viewProps.xml" /></Relationships>
</file>

<file path=ppt/handoutMasters/_rels/handoutMaster1.xml.rels><?xml version="1.0" encoding="UTF-8" standalone="yes"?>								<Relationships xmlns="http://schemas.openxmlformats.org/package/2006/relationships">								<Relationship Id="rId1" Type="http://schemas.openxmlformats.org/officeDocument/2006/relationships/theme" Target="../theme/theme0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>
  <p:cSld name="PM0">
    <p:spTree>
      <p:nvGrpSpPr>
        <p:cNvPr id="1" name="no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>
  <p:cSld name="PM1">
    <p:spTree>
      <p:nvGrpSpPr>
        <p:cNvPr id="1" name="no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>
  <p:cSld name="PM2">
    <p:spTree>
      <p:nvGrpSpPr>
        <p:cNvPr id="1" name="no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>
  <p:cSld>
    <p:bg>
      <p:bgPr>
        <a:noFill/>
        <a:effectLst/>
      </p:bgPr>
    </p:bg>
    <p:spTree>
      <p:nvGrpSpPr>
        <p:cNvPr id="1" name="no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>
  <p:cSld>
    <p:bg>
      <p:bgPr>
        <a:noFill/>
        <a:effectLst/>
      </p:bgPr>
    </p:bg>
    <p:spTree>
      <p:nvGrpSpPr>
        <p:cNvPr id="1" name="no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>
  <p:cSld>
    <p:bg>
      <p:bgPr>
        <a:noFill/>
        <a:effectLst/>
      </p:bgPr>
    </p:bg>
    <p:spTree>
      <p:nvGrpSpPr>
        <p:cNvPr id="1" name="no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="1">
  <p:cSld name="page1">
    <p:spTree>
      <p:nvGrpSpPr>
        <p:cNvPr id="1" name="no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30460"/>
            <a:ext cx="7772400" cy="1469989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</a:pPr>
            <a:r>
              <a:rPr sz="4400" strike="noStrik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Rapport d'Analyse du Marché 2026</a:t>
            </a:r>
            <a:endParaRPr/>
          </a:p>
        </p:txBody>
      </p:sp>
      <p:sp>
        <p:nvSpPr>
          <p:cNvPr id="3" name=""/>
          <p:cNvSpPr txBox="1"/>
          <p:nvPr/>
        </p:nvSpPr>
        <p:spPr>
          <a:xfrm>
            <a:off x="1371600" y="3886200"/>
            <a:ext cx="6400800" cy="1752630"/>
          </a:xfrm>
          <a:prstGeom prst="rect">
            <a:avLst/>
          </a:prstGeom>
          <a:noFill/>
          <a:ln>
            <a:noFill/>
          </a:ln>
          <a:effectLst/>
        </p:spPr>
        <p:txBody>
          <a:bodyPr anchor="t"/>
          <a:lstStyle/>
          <a:p>
            <a:pPr marL="0" marR="0" indent="0" algn="ctr">
              <a:spcBef>
                <a:spcPts val="768"/>
              </a:spcBef>
              <a:spcAft>
                <a:spcPts val="0"/>
              </a:spcAft>
            </a:pPr>
            <a:r>
              <a:rPr sz="3200" strike="noStrike" spc="0">
                <a:solidFill>
                  <a:srgbClr val="878787"/>
                </a:solidFill>
                <a:latin typeface="Calibri"/>
                <a:ea typeface="Calibri"/>
                <a:cs typeface="Calibri"/>
              </a:rPr>
              <a:t>Test d'extraction de données textuelles</a:t>
            </a:r>
            <a:endParaRPr/>
          </a:p>
          <a:p>
            <a:pPr marL="0" marR="0" indent="0" algn="ctr">
              <a:spcBef>
                <a:spcPts val="768"/>
              </a:spcBef>
              <a:spcAft>
                <a:spcPts val="0"/>
              </a:spcAft>
            </a:pPr>
            <a:r>
              <a:rPr sz="3200" strike="noStrike" spc="0">
                <a:solidFill>
                  <a:srgbClr val="878787"/>
                </a:solidFill>
                <a:latin typeface="Calibri"/>
                <a:ea typeface="Calibri"/>
                <a:cs typeface="Calibri"/>
              </a:rPr>
              <a:t>Document Confidentiel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="1">
  <p:cSld name="page2">
    <p:spTree>
      <p:nvGrpSpPr>
        <p:cNvPr id="1" name="no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457200" y="274594"/>
            <a:ext cx="8229600" cy="11430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</a:pPr>
            <a:r>
              <a:rPr sz="4400" strike="noStrik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Indicateurs Clés de Performance (KPI)</a:t>
            </a:r>
            <a:endParaRPr/>
          </a:p>
        </p:txBody>
      </p:sp>
      <p:sp>
        <p:nvSpPr>
          <p:cNvPr id="3" name=""/>
          <p:cNvSpPr txBox="1"/>
          <p:nvPr/>
        </p:nvSpPr>
        <p:spPr>
          <a:xfrm>
            <a:off x="457200" y="1600200"/>
            <a:ext cx="8229600" cy="4526005"/>
          </a:xfrm>
          <a:prstGeom prst="rect">
            <a:avLst/>
          </a:prstGeom>
          <a:noFill/>
          <a:ln>
            <a:noFill/>
          </a:ln>
          <a:effectLst/>
        </p:spPr>
        <p:txBody>
          <a:bodyPr anchor="t"/>
          <a:lstStyle/>
          <a:p>
            <a:pPr marL="0" marR="0" lvl="0" indent="417116" algn="l">
              <a:spcBef>
                <a:spcPts val="768"/>
              </a:spcBef>
              <a:spcAft>
                <a:spcPts val="0"/>
              </a:spcAft>
              <a:buChar char="•"/>
            </a:pPr>
            <a:r>
              <a:rPr sz="3200" strike="noStrik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Voici les principaux résultats pour le premier semestre</a:t>
            </a:r>
            <a:r>
              <a:rPr sz="3200" strike="noStrik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200" strike="noStrik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:</a:t>
            </a:r>
            <a:endParaRPr/>
          </a:p>
          <a:p>
            <a:pPr marL="457200" marR="0" lvl="1" indent="417116" algn="l">
              <a:spcBef>
                <a:spcPts val="768"/>
              </a:spcBef>
              <a:spcAft>
                <a:spcPts val="0"/>
              </a:spcAft>
              <a:buChar char="•"/>
            </a:pPr>
            <a:endParaRPr/>
          </a:p>
          <a:p>
            <a:pPr marL="457200" marR="0" lvl="1" indent="417116" algn="l">
              <a:spcBef>
                <a:spcPts val="768"/>
              </a:spcBef>
              <a:spcAft>
                <a:spcPts val="0"/>
              </a:spcAft>
              <a:buChar char="•"/>
            </a:pPr>
            <a:r>
              <a:rPr sz="3200" strike="noStrik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Croissance du chiffre d'affaires : +14.5% sur un an.</a:t>
            </a:r>
            <a:endParaRPr/>
          </a:p>
          <a:p>
            <a:pPr marL="457200" marR="0" lvl="1" indent="417116" algn="l">
              <a:spcBef>
                <a:spcPts val="768"/>
              </a:spcBef>
              <a:spcAft>
                <a:spcPts val="0"/>
              </a:spcAft>
              <a:buChar char="•"/>
            </a:pPr>
            <a:r>
              <a:rPr sz="3200" strike="noStrik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Acquisition de nouveaux clients : 2,500 entreprises enregistrées.</a:t>
            </a:r>
            <a:endParaRPr/>
          </a:p>
          <a:p>
            <a:pPr marL="457200" marR="0" lvl="1" indent="417116" algn="l">
              <a:spcBef>
                <a:spcPts val="768"/>
              </a:spcBef>
              <a:spcAft>
                <a:spcPts val="0"/>
              </a:spcAft>
              <a:buChar char="•"/>
            </a:pPr>
            <a:r>
              <a:rPr sz="3200" strike="noStrik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Taux de rétention global : Maintenu à 92.3%.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="1">
  <p:cSld name="page3">
    <p:spTree>
      <p:nvGrpSpPr>
        <p:cNvPr id="1" name="no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457200" y="274594"/>
            <a:ext cx="8229600" cy="11430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</a:pPr>
            <a:r>
              <a:rPr sz="4400" strike="noStrik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Répartition Budgétaire par Département</a:t>
            </a:r>
            <a:endParaRPr/>
          </a:p>
        </p:txBody>
      </p:sp>
      <p:graphicFrame>
        <p:nvGraphicFramePr>
          <p:cNvPr id="3" name=""/>
          <p:cNvGraphicFramePr>
            <a:graphicFrameLocks xmlns:a="http://schemas.openxmlformats.org/drawingml/2006/main"/>
          </p:cNvGraphicFramePr>
          <p:nvPr/>
        </p:nvGraphicFramePr>
        <p:xfrm>
          <a:off x="1371600" y="1828800"/>
          <a:ext cx="6400800" cy="18288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strike="noStrike" spc="0">
                          <a:solidFill>
                            <a:srgbClr val="FFFFFF"/>
                          </a:solidFill>
                          <a:latin typeface="Calibri-Bold"/>
                          <a:ea typeface="Calibri-Bold"/>
                          <a:cs typeface="Calibri-Bold"/>
                        </a:rPr>
                        <a:t>Département</a:t>
                      </a:r>
                      <a:endParaRPr/>
                    </a:p>
                  </a:txBody>
                  <a:tcPr marL="45720" marR="45720" marT="45720" marB="45720" anchor="t">
                    <a:lnL w="381" cmpd="sng">
                      <a:solidFill>
                        <a:srgbClr val="000000"/>
                      </a:solidFill>
                      <a:prstDash val="solid"/>
                    </a:lnL>
                    <a:lnR w="381" cmpd="sng">
                      <a:solidFill>
                        <a:srgbClr val="000000"/>
                      </a:solidFill>
                      <a:prstDash val="solid"/>
                    </a:lnR>
                    <a:lnT w="381" cmpd="sng">
                      <a:solidFill>
                        <a:srgbClr val="000000"/>
                      </a:solidFill>
                      <a:prstDash val="solid"/>
                    </a:lnT>
                    <a:lnB w="381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4E81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strike="noStrike" spc="0">
                          <a:solidFill>
                            <a:srgbClr val="FFFFFF"/>
                          </a:solidFill>
                          <a:latin typeface="Calibri-Bold"/>
                          <a:ea typeface="Calibri-Bold"/>
                          <a:cs typeface="Calibri-Bold"/>
                        </a:rPr>
                        <a:t>Budget Alloué (€)</a:t>
                      </a:r>
                      <a:endParaRPr/>
                    </a:p>
                  </a:txBody>
                  <a:tcPr marL="45720" marR="45720" marT="45720" marB="45720" anchor="t">
                    <a:lnL w="381" cmpd="sng">
                      <a:solidFill>
                        <a:srgbClr val="000000"/>
                      </a:solidFill>
                      <a:prstDash val="solid"/>
                    </a:lnL>
                    <a:lnR w="381" cmpd="sng">
                      <a:solidFill>
                        <a:srgbClr val="000000"/>
                      </a:solidFill>
                      <a:prstDash val="solid"/>
                    </a:lnR>
                    <a:lnT w="381" cmpd="sng">
                      <a:solidFill>
                        <a:srgbClr val="000000"/>
                      </a:solidFill>
                      <a:prstDash val="solid"/>
                    </a:lnT>
                    <a:lnB w="381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4E81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strike="noStrike" spc="0">
                          <a:solidFill>
                            <a:srgbClr val="FFFFFF"/>
                          </a:solidFill>
                          <a:latin typeface="Calibri-Bold"/>
                          <a:ea typeface="Calibri-Bold"/>
                          <a:cs typeface="Calibri-Bold"/>
                        </a:rPr>
                        <a:t>Utilisation (%)</a:t>
                      </a:r>
                      <a:endParaRPr/>
                    </a:p>
                  </a:txBody>
                  <a:tcPr marL="45720" marR="45720" marT="45720" marB="45720" anchor="t">
                    <a:lnL w="381" cmpd="sng">
                      <a:solidFill>
                        <a:srgbClr val="000000"/>
                      </a:solidFill>
                      <a:prstDash val="solid"/>
                    </a:lnL>
                    <a:lnR w="381" cmpd="sng">
                      <a:solidFill>
                        <a:srgbClr val="000000"/>
                      </a:solidFill>
                      <a:prstDash val="solid"/>
                    </a:lnR>
                    <a:lnT w="381" cmpd="sng">
                      <a:solidFill>
                        <a:srgbClr val="000000"/>
                      </a:solidFill>
                      <a:prstDash val="solid"/>
                    </a:lnT>
                    <a:lnB w="381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4E81B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strike="noStrike" spc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Recherche &amp; Développement</a:t>
                      </a:r>
                      <a:endParaRPr/>
                    </a:p>
                  </a:txBody>
                  <a:tcPr marL="45720" marR="45720" marT="45720" marB="45720" anchor="t">
                    <a:lnL w="381" cmpd="sng">
                      <a:solidFill>
                        <a:srgbClr val="000000"/>
                      </a:solidFill>
                      <a:prstDash val="solid"/>
                    </a:lnL>
                    <a:lnR w="381" cmpd="sng">
                      <a:solidFill>
                        <a:srgbClr val="000000"/>
                      </a:solidFill>
                      <a:prstDash val="solid"/>
                    </a:lnR>
                    <a:lnT w="381" cmpd="sng">
                      <a:solidFill>
                        <a:srgbClr val="000000"/>
                      </a:solidFill>
                      <a:prstDash val="solid"/>
                    </a:lnT>
                    <a:lnB w="381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strike="noStrike" spc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450,000</a:t>
                      </a:r>
                      <a:endParaRPr/>
                    </a:p>
                  </a:txBody>
                  <a:tcPr marL="45720" marR="45720" marT="45720" marB="45720" anchor="t">
                    <a:lnL w="381" cmpd="sng">
                      <a:solidFill>
                        <a:srgbClr val="000000"/>
                      </a:solidFill>
                      <a:prstDash val="solid"/>
                    </a:lnL>
                    <a:lnR w="381" cmpd="sng">
                      <a:solidFill>
                        <a:srgbClr val="000000"/>
                      </a:solidFill>
                      <a:prstDash val="solid"/>
                    </a:lnR>
                    <a:lnT w="381" cmpd="sng">
                      <a:solidFill>
                        <a:srgbClr val="000000"/>
                      </a:solidFill>
                      <a:prstDash val="solid"/>
                    </a:lnT>
                    <a:lnB w="381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strike="noStrike" spc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78%</a:t>
                      </a:r>
                      <a:endParaRPr/>
                    </a:p>
                  </a:txBody>
                  <a:tcPr marL="45720" marR="45720" marT="45720" marB="45720" anchor="t">
                    <a:lnL w="381" cmpd="sng">
                      <a:solidFill>
                        <a:srgbClr val="000000"/>
                      </a:solidFill>
                      <a:prstDash val="solid"/>
                    </a:lnL>
                    <a:lnR w="381" cmpd="sng">
                      <a:solidFill>
                        <a:srgbClr val="000000"/>
                      </a:solidFill>
                      <a:prstDash val="solid"/>
                    </a:lnR>
                    <a:lnT w="381" cmpd="sng">
                      <a:solidFill>
                        <a:srgbClr val="000000"/>
                      </a:solidFill>
                      <a:prstDash val="solid"/>
                    </a:lnT>
                    <a:lnB w="381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strike="noStrike" spc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Marketing &amp; Ventes</a:t>
                      </a:r>
                      <a:endParaRPr/>
                    </a:p>
                  </a:txBody>
                  <a:tcPr marL="45720" marR="45720" marT="45720" marB="45720" anchor="t">
                    <a:lnL w="381" cmpd="sng">
                      <a:solidFill>
                        <a:srgbClr val="000000"/>
                      </a:solidFill>
                      <a:prstDash val="solid"/>
                    </a:lnL>
                    <a:lnR w="381" cmpd="sng">
                      <a:solidFill>
                        <a:srgbClr val="000000"/>
                      </a:solidFill>
                      <a:prstDash val="solid"/>
                    </a:lnR>
                    <a:lnT w="381" cmpd="sng">
                      <a:solidFill>
                        <a:srgbClr val="000000"/>
                      </a:solidFill>
                      <a:prstDash val="solid"/>
                    </a:lnT>
                    <a:lnB w="381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strike="noStrike" spc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320,000</a:t>
                      </a:r>
                      <a:endParaRPr/>
                    </a:p>
                  </a:txBody>
                  <a:tcPr marL="45720" marR="45720" marT="45720" marB="45720" anchor="t">
                    <a:lnL w="381" cmpd="sng">
                      <a:solidFill>
                        <a:srgbClr val="000000"/>
                      </a:solidFill>
                      <a:prstDash val="solid"/>
                    </a:lnL>
                    <a:lnR w="381" cmpd="sng">
                      <a:solidFill>
                        <a:srgbClr val="000000"/>
                      </a:solidFill>
                      <a:prstDash val="solid"/>
                    </a:lnR>
                    <a:lnT w="381" cmpd="sng">
                      <a:solidFill>
                        <a:srgbClr val="000000"/>
                      </a:solidFill>
                      <a:prstDash val="solid"/>
                    </a:lnT>
                    <a:lnB w="381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strike="noStrike" spc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85%</a:t>
                      </a:r>
                      <a:endParaRPr/>
                    </a:p>
                  </a:txBody>
                  <a:tcPr marL="45720" marR="45720" marT="45720" marB="45720" anchor="t">
                    <a:lnL w="381" cmpd="sng">
                      <a:solidFill>
                        <a:srgbClr val="000000"/>
                      </a:solidFill>
                      <a:prstDash val="solid"/>
                    </a:lnL>
                    <a:lnR w="381" cmpd="sng">
                      <a:solidFill>
                        <a:srgbClr val="000000"/>
                      </a:solidFill>
                      <a:prstDash val="solid"/>
                    </a:lnR>
                    <a:lnT w="381" cmpd="sng">
                      <a:solidFill>
                        <a:srgbClr val="000000"/>
                      </a:solidFill>
                      <a:prstDash val="solid"/>
                    </a:lnT>
                    <a:lnB w="381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strike="noStrike" spc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Opérations &amp; Support</a:t>
                      </a:r>
                      <a:endParaRPr/>
                    </a:p>
                  </a:txBody>
                  <a:tcPr marL="45720" marR="45720" marT="45720" marB="45720" anchor="t">
                    <a:lnL w="381" cmpd="sng">
                      <a:solidFill>
                        <a:srgbClr val="000000"/>
                      </a:solidFill>
                      <a:prstDash val="solid"/>
                    </a:lnL>
                    <a:lnR w="381" cmpd="sng">
                      <a:solidFill>
                        <a:srgbClr val="000000"/>
                      </a:solidFill>
                      <a:prstDash val="solid"/>
                    </a:lnR>
                    <a:lnT w="381" cmpd="sng">
                      <a:solidFill>
                        <a:srgbClr val="000000"/>
                      </a:solidFill>
                      <a:prstDash val="solid"/>
                    </a:lnT>
                    <a:lnB w="381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strike="noStrike" spc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180,000</a:t>
                      </a:r>
                      <a:endParaRPr/>
                    </a:p>
                  </a:txBody>
                  <a:tcPr marL="45720" marR="45720" marT="45720" marB="45720" anchor="t">
                    <a:lnL w="381" cmpd="sng">
                      <a:solidFill>
                        <a:srgbClr val="000000"/>
                      </a:solidFill>
                      <a:prstDash val="solid"/>
                    </a:lnL>
                    <a:lnR w="381" cmpd="sng">
                      <a:solidFill>
                        <a:srgbClr val="000000"/>
                      </a:solidFill>
                      <a:prstDash val="solid"/>
                    </a:lnR>
                    <a:lnT w="381" cmpd="sng">
                      <a:solidFill>
                        <a:srgbClr val="000000"/>
                      </a:solidFill>
                      <a:prstDash val="solid"/>
                    </a:lnT>
                    <a:lnB w="381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strike="noStrike" spc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62%</a:t>
                      </a:r>
                      <a:endParaRPr/>
                    </a:p>
                  </a:txBody>
                  <a:tcPr marL="45720" marR="45720" marT="45720" marB="45720" anchor="t">
                    <a:lnL w="381" cmpd="sng">
                      <a:solidFill>
                        <a:srgbClr val="000000"/>
                      </a:solidFill>
                      <a:prstDash val="solid"/>
                    </a:lnL>
                    <a:lnR w="381" cmpd="sng">
                      <a:solidFill>
                        <a:srgbClr val="000000"/>
                      </a:solidFill>
                      <a:prstDash val="solid"/>
                    </a:lnR>
                    <a:lnT w="381" cmpd="sng">
                      <a:solidFill>
                        <a:srgbClr val="000000"/>
                      </a:solidFill>
                      <a:prstDash val="solid"/>
                    </a:lnT>
                    <a:lnB w="381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theme0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PM0">
  <a:themeElements>
    <a:clrScheme name="PM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M0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PM0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satMod val="103000"/>
                <a:tint val="94000"/>
              </a:schemeClr>
            </a:gs>
            <a:gs pos="50000">
              <a:schemeClr val="phClr">
                <a:lumMod val="100000"/>
                <a:satMod val="110000"/>
                <a:shade val="100000"/>
              </a:schemeClr>
            </a:gs>
            <a:gs pos="100000">
              <a:schemeClr val="phClr">
                <a:lumMod val="120000"/>
                <a:sat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miter lim="800000"/>
        </a:ln>
        <a:ln w="12700" cap="flat" cmpd="sng" algn="ctr">
          <a:solidFill>
            <a:schemeClr val="phClr"/>
          </a:solidFill>
          <a:miter lim="800000"/>
        </a:ln>
        <a:ln w="19050" cap="flat" cmpd="sng" algn="ctr">
          <a:solidFill>
            <a:schemeClr val="phClr"/>
          </a:solidFill>
          <a:miter lim="800000"/>
        </a:ln>
      </a:lnStyleLst>
      <a:effectStyleLst>
        <a:effectStyle>
          <a:effectLst>
            <a:outerShdw blurRad="40000" dist="20000" dir="540000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lumMod val="102000"/>
                <a:satMod val="150000"/>
                <a:tint val="93000"/>
                <a:shade val="98000"/>
              </a:schemeClr>
            </a:gs>
            <a:gs pos="50000">
              <a:schemeClr val="phClr">
                <a:lumMod val="103000"/>
                <a:satMod val="130000"/>
                <a:tint val="98000"/>
                <a:shade val="90000"/>
              </a:schemeClr>
            </a:gs>
            <a:gs pos="100000">
              <a:schemeClr val="phClr">
                <a:satMod val="120000"/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PM1">
  <a:themeElements>
    <a:clrScheme name="PM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M1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PM1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satMod val="103000"/>
                <a:tint val="94000"/>
              </a:schemeClr>
            </a:gs>
            <a:gs pos="50000">
              <a:schemeClr val="phClr">
                <a:lumMod val="100000"/>
                <a:satMod val="110000"/>
                <a:shade val="100000"/>
              </a:schemeClr>
            </a:gs>
            <a:gs pos="100000">
              <a:schemeClr val="phClr">
                <a:lumMod val="120000"/>
                <a:sat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miter lim="800000"/>
        </a:ln>
        <a:ln w="12700" cap="flat" cmpd="sng" algn="ctr">
          <a:solidFill>
            <a:schemeClr val="phClr"/>
          </a:solidFill>
          <a:miter lim="800000"/>
        </a:ln>
        <a:ln w="19050" cap="flat" cmpd="sng" algn="ctr">
          <a:solidFill>
            <a:schemeClr val="phClr"/>
          </a:solidFill>
          <a:miter lim="800000"/>
        </a:ln>
      </a:lnStyleLst>
      <a:effectStyleLst>
        <a:effectStyle>
          <a:effectLst>
            <a:outerShdw blurRad="40000" dist="20000" dir="540000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lumMod val="102000"/>
                <a:satMod val="150000"/>
                <a:tint val="93000"/>
                <a:shade val="98000"/>
              </a:schemeClr>
            </a:gs>
            <a:gs pos="50000">
              <a:schemeClr val="phClr">
                <a:lumMod val="103000"/>
                <a:satMod val="130000"/>
                <a:tint val="98000"/>
                <a:shade val="90000"/>
              </a:schemeClr>
            </a:gs>
            <a:gs pos="100000">
              <a:schemeClr val="phClr">
                <a:satMod val="120000"/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PM2">
  <a:themeElements>
    <a:clrScheme name="PM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M2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PM2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satMod val="103000"/>
                <a:tint val="94000"/>
              </a:schemeClr>
            </a:gs>
            <a:gs pos="50000">
              <a:schemeClr val="phClr">
                <a:lumMod val="100000"/>
                <a:satMod val="110000"/>
                <a:shade val="100000"/>
              </a:schemeClr>
            </a:gs>
            <a:gs pos="100000">
              <a:schemeClr val="phClr">
                <a:lumMod val="120000"/>
                <a:sat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miter lim="800000"/>
        </a:ln>
        <a:ln w="12700" cap="flat" cmpd="sng" algn="ctr">
          <a:solidFill>
            <a:schemeClr val="phClr"/>
          </a:solidFill>
          <a:miter lim="800000"/>
        </a:ln>
        <a:ln w="19050" cap="flat" cmpd="sng" algn="ctr">
          <a:solidFill>
            <a:schemeClr val="phClr"/>
          </a:solidFill>
          <a:miter lim="800000"/>
        </a:ln>
      </a:lnStyleLst>
      <a:effectStyleLst>
        <a:effectStyle>
          <a:effectLst>
            <a:outerShdw blurRad="40000" dist="20000" dir="540000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lumMod val="102000"/>
                <a:satMod val="150000"/>
                <a:tint val="93000"/>
                <a:shade val="98000"/>
              </a:schemeClr>
            </a:gs>
            <a:gs pos="50000">
              <a:schemeClr val="phClr">
                <a:lumMod val="103000"/>
                <a:satMod val="130000"/>
                <a:tint val="98000"/>
                <a:shade val="90000"/>
              </a:schemeClr>
            </a:gs>
            <a:gs pos="100000">
              <a:schemeClr val="phClr">
                <a:satMod val="120000"/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3</Slides>
  <Notes>3</Notes>
  <HiddenSlides>0</HiddenSlides>
  <MMClips>2</MMClips>
  <ScaleCrop>0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Theme 1</vt:lpstr>
      <vt:lpstr>Theme 2</vt:lpstr>
      <vt:lpstr>Theme 3</vt:lpstr>
      <vt:lpstr>Slide 1</vt:lpstr>
      <vt:lpstr>Slide 2</vt:lpstr>
      <vt:lpstr>Slide 3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1</cp:revision>
</cp:coreProperties>
</file>