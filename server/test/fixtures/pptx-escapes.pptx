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aphicFrame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Header | one</a:t>
                      </a:r>
                    </a:p>
                  </a:txBody>
                </a:tc>
                <a:tc>
                  <a:txBody>
                    <a:p>
                      <a:r>
                        <a:t>Header two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a | b</a:t>
                      </a:r>
                    </a:p>
                  </a:txBody>
                </a:tc>
                <a:tc>
                  <a:txBody>
                    <a:p>
                      <a:r>
                        <a:t>back\slash</a:t>
                      </a:r>
                    </a:p>
                  </a:txBody>
                </a:tc>
              </a:tr>
            </a:tbl>
          </a:graphicData>
        </a:graphic>
      </p:graphicFrame>
    </p:spTree>
  </p:cSld>
</p:sld>
</file>