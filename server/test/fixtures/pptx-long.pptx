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" Target="slides/slide15.xml"/>
  <Relationship Id="rId16" Type="http://schemas.openxmlformats.org/officeDocument/2006/relationships/slide" Target="slides/slide16.xml"/>
  <Relationship Id="rId17" Type="http://schemas.openxmlformats.org/officeDocument/2006/relationships/slide" Target="slides/slide17.xml"/>
  <Relationship Id="rId18" Type="http://schemas.openxmlformats.org/officeDocument/2006/relationships/slide" Target="slides/slide18.xml"/>
  <Relationship Id="rId19" Type="http://schemas.openxmlformats.org/officeDocument/2006/relationships/slide" Target="slides/slide19.xml"/>
  <Relationship Id="rId20" Type="http://schemas.openxmlformats.org/officeDocument/2006/relationships/slide" Target="slides/slide20.xml"/>
  <Relationship Id="rId21" Type="http://schemas.openxmlformats.org/officeDocument/2006/relationships/slide" Target="slides/slide21.xml"/>
  <Relationship Id="rId22" Type="http://schemas.openxmlformats.org/officeDocument/2006/relationships/slide" Target="slides/slide22.xml"/>
  <Relationship Id="rId23" Type="http://schemas.openxmlformats.org/officeDocument/2006/relationships/slide" Target="slides/slide23.xml"/>
  <Relationship Id="rId24" Type="http://schemas.openxmlformats.org/officeDocument/2006/relationships/slide" Target="slides/slide24.xml"/>
  <Relationship Id="rId25" Type="http://schemas.openxmlformats.org/officeDocument/2006/relationships/slide" Target="slides/slide25.xml"/>
  <Relationship Id="rId26" Type="http://schemas.openxmlformats.org/officeDocument/2006/relationships/slide" Target="slides/slide26.xml"/>
  <Relationship Id="rId27" Type="http://schemas.openxmlformats.org/officeDocument/2006/relationships/slide" Target="slides/slide27.xml"/>
  <Relationship Id="rId28" Type="http://schemas.openxmlformats.org/officeDocument/2006/relationships/slide" Target="slides/slide28.xml"/>
  <Relationship Id="rId29" Type="http://schemas.openxmlformats.org/officeDocument/2006/relationships/slide" Target="slides/slide29.xml"/>
  <Relationship Id="rId30" Type="http://schemas.openxmlformats.org/officeDocument/2006/relationships/slide" Target="slides/slide30.xml"/>
  <Relationship Id="rId31" Type="http://schemas.openxmlformats.org/officeDocument/2006/relationships/slide" Target="slides/slide31.xml"/>
  <Relationship Id="rId32" Type="http://schemas.openxmlformats.org/officeDocument/2006/relationships/slide" Target="slides/slide32.xml"/>
  <Relationship Id="rId33" Type="http://schemas.openxmlformats.org/officeDocument/2006/relationships/slide" Target="slides/slide33.xml"/>
  <Relationship Id="rId34" Type="http://schemas.openxmlformats.org/officeDocument/2006/relationships/slide" Target="slides/slide34.xml"/>
  <Relationship Id="rId35" Type="http://schemas.openxmlformats.org/officeDocument/2006/relationships/slide" Target="slides/slide35.xml"/>
  <Relationship Id="rId36" Type="http://schemas.openxmlformats.org/officeDocument/2006/relationships/slide" Target="slides/slide36.xml"/>
  <Relationship Id="rId37" Type="http://schemas.openxmlformats.org/officeDocument/2006/relationships/slide" Target="slides/slide37.xml"/>
  <Relationship Id="rId38" Type="http://schemas.openxmlformats.org/officeDocument/2006/relationships/slide" Target="slides/slide38.xml"/>
  <Relationship Id="rId39" Type="http://schemas.openxmlformats.org/officeDocument/2006/relationships/slide" Target="slides/slide39.xml"/>
  <Relationship Id="rId40" Type="http://schemas.openxmlformats.org/officeDocument/2006/relationships/slide" Target="slides/slide40.xml"/>
  <Relationship Id="rId41" Type="http://schemas.openxmlformats.org/officeDocument/2006/relationships/slide" Target="slides/slide41.xml"/>
  <Relationship Id="rId42" Type="http://schemas.openxmlformats.org/officeDocument/2006/relationships/slide" Target="slides/slide42.xml"/>
  <Relationship Id="rId43" Type="http://schemas.openxmlformats.org/officeDocument/2006/relationships/slide" Target="slides/slide43.xml"/>
  <Relationship Id="rId44" Type="http://schemas.openxmlformats.org/officeDocument/2006/relationships/slide" Target="slides/slide44.xml"/>
  <Relationship Id="rId45" Type="http://schemas.openxmlformats.org/officeDocument/2006/relationships/slide" Target="slides/slide45.xml"/>
  <Relationship Id="rId46" Type="http://schemas.openxmlformats.org/officeDocument/2006/relationships/slide" Target="slides/slide46.xml"/>
  <Relationship Id="rId47" Type="http://schemas.openxmlformats.org/officeDocument/2006/relationships/slide" Target="slides/slide47.xml"/>
  <Relationship Id="rId48" Type="http://schemas.openxmlformats.org/officeDocument/2006/relationships/slide" Target="slides/slide48.xml"/>
  <Relationship Id="rId49" Type="http://schemas.openxmlformats.org/officeDocument/2006/relationships/slide" Target="slides/slide49.xml"/>
  <Relationship Id="rId50" Type="http://schemas.openxmlformats.org/officeDocument/2006/relationships/slide" Target="slides/slide50.xml"/>
  <Relationship Id="rId51" Type="http://schemas.openxmlformats.org/officeDocument/2006/relationships/slide" Target="slides/slide51.xml"/>
  <Relationship Id="rId52" Type="http://schemas.openxmlformats.org/officeDocument/2006/relationships/slide" Target="slides/slide52.xml"/>
  <Relationship Id="rId53" Type="http://schemas.openxmlformats.org/officeDocument/2006/relationships/slide" Target="slides/slide53.xml"/>
  <Relationship Id="rId54" Type="http://schemas.openxmlformats.org/officeDocument/2006/relationships/slide" Target="slides/slide54.xml"/>
  <Relationship Id="rId55" Type="http://schemas.openxmlformats.org/officeDocument/2006/relationships/slide" Target="slides/slide55.xml"/>
  <Relationship Id="rId56" Type="http://schemas.openxmlformats.org/officeDocument/2006/relationships/slide" Target="slides/slide56.xml"/>
  <Relationship Id="rId57" Type="http://schemas.openxmlformats.org/officeDocument/2006/relationships/slide" Target="slides/slide57.xml"/>
  <Relationship Id="rId58" Type="http://schemas.openxmlformats.org/officeDocument/2006/relationships/slide" Target="slides/slide58.xml"/>
  <Relationship Id="rId59" Type="http://schemas.openxmlformats.org/officeDocument/2006/relationships/slide" Target="slides/slide59.xml"/>
  <Relationship Id="rId60" Type="http://schemas.openxmlformats.org/officeDocument/2006/relationships/slide" Target="slides/slide60.xml"/>
  <Relationship Id="rId61" Type="http://schemas.openxmlformats.org/officeDocument/2006/relationships/slide" Target="slides/slide61.xml"/>
  <Relationship Id="rId62" Type="http://schemas.openxmlformats.org/officeDocument/2006/relationships/slide" Target="slides/slide62.xml"/>
  <Relationship Id="rId63" Type="http://schemas.openxmlformats.org/officeDocument/2006/relationships/slide" Target="slides/slide63.xml"/>
  <Relationship Id="rId64" Type="http://schemas.openxmlformats.org/officeDocument/2006/relationships/slide" Target="slides/slide64.xml"/>
  <Relationship Id="rId65" Type="http://schemas.openxmlformats.org/officeDocument/2006/relationships/slide" Target="slides/slide65.xml"/>
  <Relationship Id="rId66" Type="http://schemas.openxmlformats.org/officeDocument/2006/relationships/slide" Target="slides/slide66.xml"/>
  <Relationship Id="rId67" Type="http://schemas.openxmlformats.org/officeDocument/2006/relationships/slide" Target="slides/slide67.xml"/>
  <Relationship Id="rId68" Type="http://schemas.openxmlformats.org/officeDocument/2006/relationships/slide" Target="slides/slide68.xml"/>
  <Relationship Id="rId69" Type="http://schemas.openxmlformats.org/officeDocument/2006/relationships/slide" Target="slides/slide69.xml"/>
  <Relationship Id="rId70" Type="http://schemas.openxmlformats.org/officeDocument/2006/relationships/slide" Target="slides/slide70.xml"/>
  <Relationship Id="rId71" Type="http://schemas.openxmlformats.org/officeDocument/2006/relationships/slide" Target="slides/slide71.xml"/>
  <Relationship Id="rId72" Type="http://schemas.openxmlformats.org/officeDocument/2006/relationships/slide" Target="slides/slide72.xml"/>
  <Relationship Id="rId73" Type="http://schemas.openxmlformats.org/officeDocument/2006/relationships/slide" Target="slides/slide73.xml"/>
  <Relationship Id="rId74" Type="http://schemas.openxmlformats.org/officeDocument/2006/relationships/slide" Target="slides/slide74.xml"/>
  <Relationship Id="rId75" Type="http://schemas.openxmlformats.org/officeDocument/2006/relationships/slide" Target="slides/slide75.xml"/>
  <Relationship Id="rId76" Type="http://schemas.openxmlformats.org/officeDocument/2006/relationships/slide" Target="slides/slide76.xml"/>
  <Relationship Id="rId77" Type="http://schemas.openxmlformats.org/officeDocument/2006/relationships/slide" Target="slides/slide77.xml"/>
  <Relationship Id="rId78" Type="http://schemas.openxmlformats.org/officeDocument/2006/relationships/slide" Target="slides/slide78.xml"/>
  <Relationship Id="rId79" Type="http://schemas.openxmlformats.org/officeDocument/2006/relationships/slide" Target="slides/slide79.xml"/>
  <Relationship Id="rId80" Type="http://schemas.openxmlformats.org/officeDocument/2006/relationships/slide" Target="slides/slide8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 of the long deck.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 of the long deck.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 of the long deck.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 of the long deck.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 of the long deck.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 of the long deck.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 of the long deck.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8 of the long deck.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9 of the long deck.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10 of the long deck.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11 of the long deck.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12 of the long deck.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13 of the long deck.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14 of the long deck.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15 of the long deck.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16 of the long deck.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17 of the long deck.</a:t>
            </a: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18 of the long deck.</a:t>
            </a: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19 of the long deck.</a:t>
            </a: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20 of the long deck.</a:t>
            </a: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21 of the long deck.</a:t>
            </a: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22 of the long deck.</a:t>
            </a: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23 of the long deck.</a:t>
            </a: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24 of the long deck.</a:t>
            </a: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25 of the long deck.</a:t>
            </a: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26 of the long deck.</a:t>
            </a: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27 of the long deck.</a:t>
            </a: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28 of the long deck.</a:t>
            </a: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29 of the long deck.</a:t>
            </a: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30 of the long deck.</a:t>
            </a: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31 of the long deck.</a:t>
            </a: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32 of the long deck.</a:t>
            </a: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33 of the long deck.</a:t>
            </a: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34 of the long deck.</a:t>
            </a: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35 of the long deck.</a:t>
            </a: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36 of the long deck.</a:t>
            </a: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37 of the long deck.</a:t>
            </a: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38 of the long deck.</a:t>
            </a: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39 of the long deck.</a:t>
            </a: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40 of the long deck.</a:t>
            </a:r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41 of the long deck.</a:t>
            </a:r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42 of the long deck.</a:t>
            </a: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43 of the long deck.</a:t>
            </a: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44 of the long deck.</a:t>
            </a: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45 of the long deck.</a:t>
            </a: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46 of the long deck.</a:t>
            </a:r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47 of the long deck.</a:t>
            </a: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48 of the long deck.</a:t>
            </a:r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49 of the long deck.</a:t>
            </a:r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50 of the long deck.</a:t>
            </a:r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51 of the long deck.</a:t>
            </a:r>
          </a:p>
        </p:txBody>
      </p:sp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52 of the long deck.</a:t>
            </a:r>
          </a:p>
        </p:txBody>
      </p:sp>
    </p:spTree>
  </p:cSld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53 of the long deck.</a:t>
            </a:r>
          </a:p>
        </p:txBody>
      </p:sp>
    </p:spTree>
  </p:cSld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54 of the long deck.</a:t>
            </a:r>
          </a:p>
        </p:txBody>
      </p:sp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55 of the long deck.</a:t>
            </a:r>
          </a:p>
        </p:txBody>
      </p:sp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56 of the long deck.</a:t>
            </a:r>
          </a:p>
        </p:txBody>
      </p:sp>
    </p:spTree>
  </p:cSld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57 of the long deck.</a:t>
            </a:r>
          </a:p>
        </p:txBody>
      </p:sp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58 of the long deck.</a:t>
            </a:r>
          </a:p>
        </p:txBody>
      </p:sp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59 of the long deck.</a:t>
            </a:r>
          </a:p>
        </p:txBody>
      </p:sp>
    </p:spTree>
  </p:cSld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60 of the long deck.</a:t>
            </a:r>
          </a:p>
        </p:txBody>
      </p:sp>
    </p:spTree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61 of the long deck.</a:t>
            </a:r>
          </a:p>
        </p:txBody>
      </p:sp>
    </p:spTree>
  </p:cSld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62 of the long deck.</a:t>
            </a:r>
          </a:p>
        </p:txBody>
      </p:sp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63 of the long deck.</a:t>
            </a:r>
          </a:p>
        </p:txBody>
      </p:sp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64 of the long deck.</a:t>
            </a:r>
          </a:p>
        </p:txBody>
      </p:sp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65 of the long deck.</a:t>
            </a:r>
          </a:p>
        </p:txBody>
      </p:sp>
    </p:spTree>
  </p:cSld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66 of the long deck.</a:t>
            </a:r>
          </a:p>
        </p:txBody>
      </p:sp>
    </p:spTree>
  </p:cSld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67 of the long deck.</a:t>
            </a:r>
          </a:p>
        </p:txBody>
      </p:sp>
    </p:spTree>
  </p:cSld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68 of the long deck.</a:t>
            </a:r>
          </a:p>
        </p:txBody>
      </p:sp>
    </p:spTree>
  </p:cSld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69 of the long deck.</a:t>
            </a:r>
          </a:p>
        </p:txBody>
      </p:sp>
    </p:spTree>
  </p:cSld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70 of the long deck.</a:t>
            </a:r>
          </a:p>
        </p:txBody>
      </p:sp>
    </p:spTree>
  </p:cSld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71 of the long deck.</a:t>
            </a:r>
          </a:p>
        </p:txBody>
      </p:sp>
    </p:spTree>
  </p:cSld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72 of the long deck.</a:t>
            </a:r>
          </a:p>
        </p:txBody>
      </p:sp>
    </p:spTree>
  </p:cSld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73 of the long deck.</a:t>
            </a:r>
          </a:p>
        </p:txBody>
      </p:sp>
    </p:spTree>
  </p:cSld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74 of the long deck.</a:t>
            </a:r>
          </a:p>
        </p:txBody>
      </p:sp>
    </p:spTree>
  </p:cSld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75 of the long deck.</a:t>
            </a:r>
          </a:p>
        </p:txBody>
      </p:sp>
    </p:spTree>
  </p:cSld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76 of the long deck.</a:t>
            </a:r>
          </a:p>
        </p:txBody>
      </p:sp>
    </p:spTree>
  </p:cSld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77 of the long deck.</a:t>
            </a:r>
          </a:p>
        </p:txBody>
      </p:sp>
    </p:spTree>
  </p:cSld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78 of the long deck.</a:t>
            </a:r>
          </a:p>
        </p:txBody>
      </p:sp>
    </p:spTree>
  </p:cSld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79 of the long deck.</a:t>
            </a:r>
          </a:p>
        </p:txBody>
      </p:sp>
    </p:spTree>
  </p:cSld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Slide number 80 of the long deck.</a:t>
            </a:r>
          </a:p>
        </p:txBody>
      </p:sp>
    </p:spTree>
  </p:cSld>
</p:sld>
</file>