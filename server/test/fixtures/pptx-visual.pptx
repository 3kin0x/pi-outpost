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blipFill>
          <a:blip r:embed="rId9"/>
        </p:blipFill>
      </p:pic>
      <p:graphicFrame>
        <a:graphic>
          <a:graphicData uri="http://schemas.openxmlformats.org/drawingml/2006/chart"/>
        </a:graphic>
      </p:graphicFrame>
    </p:spTree>
  </p:cSld>
</p:sld>
</file>